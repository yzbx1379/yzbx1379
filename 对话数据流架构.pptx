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对话数据流架构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 AI 沙盒 — 从用户输入到工具执行的完整链路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Containers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26517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v1.32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6517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24.04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ByteDance infra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2026-06-06  |  Architecture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4480" y="1097280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11556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总体架构分层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29844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用户层 → 接入层 → 推理层 → 调度层 → 执行层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727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554480" y="1572768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159105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完整数据流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1773936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从输入到响应的 7 步详解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048256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48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54480" y="2048256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206654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进程模型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224942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沙盒内进程树与 Supervisor 管理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523744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237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554480" y="2523744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25420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网络架构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91640" y="272491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网络拓扑、公网访问与限制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2999232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99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54480" y="2999232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301752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存储架构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91640" y="3200400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磁盘布局、OverlayFS 与持久卷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347472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74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554480" y="3474720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34930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安全与隔离模型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691640" y="367588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层隔离机制与沙盒限制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950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950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54480" y="3950208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91640" y="3968496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工具技能服务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691640" y="4151376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按需调用的子进程脚本（浏览器/PDF/Office 等）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4425696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425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554480" y="4425696"/>
            <a:ext cx="704088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44439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预装工具链与规格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691640" y="4626864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开发工具版本与环境规格汇总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总体架构分层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FIVE-LAYER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70432"/>
            <a:ext cx="411480" cy="41148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09728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143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1389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170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你在 Trae IDE 中输入文字或语音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1828800"/>
            <a:ext cx="0" cy="137160"/>
          </a:xfrm>
          <a:prstGeom prst="line">
            <a:avLst/>
          </a:prstGeom>
          <a:noFill/>
          <a:ln w="1905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947672"/>
            <a:ext cx="411480" cy="41148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47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7280" y="187452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接入层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167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19476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 后端网关 · 负载均衡 · 认证 · WebSocket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1640" y="2606040"/>
            <a:ext cx="0" cy="137160"/>
          </a:xfrm>
          <a:prstGeom prst="line">
            <a:avLst/>
          </a:prstGeom>
          <a:noFill/>
          <a:ln w="1905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724912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7280" y="265176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29443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Layer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7249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推理 (DeepSeek) · 对话管理 · 工具调用调度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3383280"/>
            <a:ext cx="0" cy="137160"/>
          </a:xfrm>
          <a:prstGeom prst="line">
            <a:avLst/>
          </a:prstGeom>
          <a:noFill/>
          <a:ln w="1905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502152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97280" y="342900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0" y="35021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v1.32 · Pod 管理 · 网络策略 · 存储卷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91640" y="4160520"/>
            <a:ext cx="0" cy="137160"/>
          </a:xfrm>
          <a:prstGeom prst="line">
            <a:avLst/>
          </a:prstGeom>
          <a:noFill/>
          <a:ln w="1905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279392"/>
            <a:ext cx="411480" cy="41148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97280" y="4206240"/>
            <a:ext cx="74980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执行层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4440" y="4498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0" y="42793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Container · Supervisor · Agent Tool Host · MCP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完整数据流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7-STEP DATA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 / 语音 / 文件上传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164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18488" y="2240280"/>
            <a:ext cx="146304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325880"/>
            <a:ext cx="457200" cy="45720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传输到云端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WebSocket → 后端网关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52928" y="2240280"/>
            <a:ext cx="146304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32588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7180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推理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理解意图 → 决定是否调工具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87368" y="2240280"/>
            <a:ext cx="146304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3258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0624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0624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API → Pod 指令下发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21808" y="2240280"/>
            <a:ext cx="146304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1325880"/>
            <a:ext cx="457200" cy="45720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沙盒执行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agent-tool-host 执行操作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56248" y="2240280"/>
            <a:ext cx="146304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1325880"/>
            <a:ext cx="457200" cy="457200"/>
          </a:xfrm>
          <a:prstGeom prst="ellipse">
            <a:avLst/>
          </a:prstGeom>
          <a:solidFill>
            <a:srgbClr val="F97583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7512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结果返回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7512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stdout → K8s API → 推理服务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1188720"/>
            <a:ext cx="1097280" cy="210312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0688" y="2240280"/>
            <a:ext cx="146304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83880" y="1325880"/>
            <a:ext cx="457200" cy="4572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44" name="Text 42"/>
          <p:cNvSpPr/>
          <p:nvPr/>
        </p:nvSpPr>
        <p:spPr>
          <a:xfrm>
            <a:off x="81838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90956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生成响应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909560" y="23317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整合 → SSE 推送 → IDE 渲染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D1A29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数据流向: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 → Trae IDE → 推理服务 → K8s API → Kata Container(agent-tool-host) → K8s API → 推理服务 → 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进程模型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HIERARCHY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61872"/>
            <a:ext cx="228600" cy="22860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tini (PID 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进程，处理僵尸进程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25880" y="1655064"/>
            <a:ext cx="0" cy="18288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764792"/>
            <a:ext cx="228600" cy="2286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supervisord (PID 825)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1874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进程管理器，监控 agent-tool-host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2157984"/>
            <a:ext cx="0" cy="18288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267712"/>
            <a:ext cx="228600" cy="22860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2194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agent-tool-host (PID 826)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23774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工具执行代理，接收推理服务指令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88920" y="2660904"/>
            <a:ext cx="0" cy="18288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770632"/>
            <a:ext cx="228600" cy="22860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2697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(子进程)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2880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用户命令执行 (RunCommand)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88920" y="3163824"/>
            <a:ext cx="0" cy="18288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3273552"/>
            <a:ext cx="228600" cy="22860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3200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(CDP)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3832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 (Chrome DevTools Protocol)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88920" y="3666744"/>
            <a:ext cx="0" cy="18288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3776472"/>
            <a:ext cx="228600" cy="22860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703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pdf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886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表单填充/校验/提取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88920" y="4169664"/>
            <a:ext cx="0" cy="18288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6080" y="4279392"/>
            <a:ext cx="228600" cy="228600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1" name="Text 29"/>
          <p:cNvSpPr/>
          <p:nvPr/>
        </p:nvSpPr>
        <p:spPr>
          <a:xfrm>
            <a:off x="3246120" y="4206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skill: office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4389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DOCX/PPTX/XLSX 文档处理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118872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配置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164592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autostart=true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autorestart=true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startretries=3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startsecs=2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stdout: /var/log/tool/
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stderr: /var/log/tool/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TOPOLOGY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371600"/>
            <a:ext cx="54864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371600"/>
            <a:ext cx="54864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1645920"/>
            <a:ext cx="0" cy="548640"/>
          </a:xfrm>
          <a:prstGeom prst="line">
            <a:avLst/>
          </a:prstGeom>
          <a:noFill/>
          <a:ln w="12700">
            <a:solidFill>
              <a:srgbClr val="484F5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60920" y="1645920"/>
            <a:ext cx="0" cy="54864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2194560"/>
            <a:ext cx="-2560320" cy="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194560"/>
            <a:ext cx="0" cy="1005840"/>
          </a:xfrm>
          <a:prstGeom prst="line">
            <a:avLst/>
          </a:prstGeom>
          <a:noFill/>
          <a:ln w="12700">
            <a:solidFill>
              <a:srgbClr val="484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0972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097280"/>
            <a:ext cx="54864" cy="5486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用户设备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 / 电脑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83280" y="10972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097280"/>
            <a:ext cx="54864" cy="5486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352044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 后端网关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公网可达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097280"/>
            <a:ext cx="54864" cy="5486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1704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推理服务集群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私有网络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200400"/>
            <a:ext cx="54864" cy="731520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Container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10.54.11.105/12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32004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0" y="3200400"/>
            <a:ext cx="54864" cy="731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0" name="Text 28"/>
          <p:cNvSpPr/>
          <p:nvPr/>
        </p:nvSpPr>
        <p:spPr>
          <a:xfrm>
            <a:off x="397764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Proxy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7764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127.0.0.1:18080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320040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2735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DNS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172.30.1.10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2062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出站: GitHub ✅  |  通用外网 ✅ (NAT)  |  Google ❌  |  入站从公网: ❌ 不可达  |  出口 IP 不固定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8046720" cy="32004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88720"/>
            <a:ext cx="54864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/dev/vda (40 GB)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/workspace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用户工作区 (ext4, 持久化)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49440" y="1554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32G/40G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1892808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18928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/data/user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892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技能定义和脚本 (ext4, 持久化)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231136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2231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/data/tool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231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工具缓存 (ext4, 持久化)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" y="2569464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5694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/var/log/tool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2569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运行日志 (ext4, 持久化)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017520"/>
            <a:ext cx="8046720" cy="32004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017520"/>
            <a:ext cx="54864" cy="3200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OverlayFS (40 GB, 临时)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3383280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383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(根文件系统)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层只读镜像层 + 可写层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9440" y="3383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容器销毁后丢失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2960" y="3721608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216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3721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应用二进制和配置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" y="4059936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0599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/root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4059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预装开发环境 (nvm/pyenv等)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507992"/>
            <a:ext cx="8046720" cy="32004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507992"/>
            <a:ext cx="54864" cy="3200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507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/dev/pmem0 (1.4 GB)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4873752"/>
            <a:ext cx="7772400" cy="292608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48737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持久内存设备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91840" y="4873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Container 根文件系统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安全与隔离模型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ISOLATION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188720"/>
            <a:ext cx="594360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2070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Kata VM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14447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硬件虚拟化，独立内核  →  防止容器逃逸到宿主机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87452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8928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K8s NetworkPolicy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130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 ACL  →  限制 Pod 间通信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2560320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578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容器用户隔离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28163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root 运行但受限  →  沙盒内操作隔离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0" y="324612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工具调用沙盒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502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agent-tool-host 控制执行  →  限制工具调用范围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3931920"/>
            <a:ext cx="3383280" cy="54864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9502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上下文隔离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187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 Session 独立  →  不同对话不互相干扰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沙盒限制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GPU  |  无 /dev/dri  |  无法加载内核模块  |  K8s API 仅代理访问  |  无 ServiceAccount  |  公网入站不可达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会话生命周期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411480" cy="41148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18872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16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打开 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435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触发会话创建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54380" y="1783080"/>
            <a:ext cx="0" cy="137160"/>
          </a:xfrm>
          <a:prstGeom prst="line">
            <a:avLst/>
          </a:prstGeom>
          <a:noFill/>
          <a:ln w="19050">
            <a:solidFill>
              <a:srgbClr val="00F7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901952"/>
            <a:ext cx="411480" cy="41148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182880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856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创建 Pod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0756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拉取镜像 → 挂载卷 → 分配网络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4380" y="2423160"/>
            <a:ext cx="0" cy="137160"/>
          </a:xfrm>
          <a:prstGeom prst="line">
            <a:avLst/>
          </a:prstGeom>
          <a:noFill/>
          <a:ln w="19050">
            <a:solidFill>
              <a:srgbClr val="00F7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542032"/>
            <a:ext cx="411480" cy="41148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88720" y="246888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4963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启动进程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2715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tini → supervisord → agent-tool-host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4380" y="3063240"/>
            <a:ext cx="0" cy="137160"/>
          </a:xfrm>
          <a:prstGeom prst="line">
            <a:avLst/>
          </a:prstGeom>
          <a:noFill/>
          <a:ln w="19050">
            <a:solidFill>
              <a:srgbClr val="00F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182112"/>
            <a:ext cx="411480" cy="411480"/>
          </a:xfrm>
          <a:prstGeom prst="ellipse">
            <a:avLst/>
          </a:prstGeom>
          <a:solidFill>
            <a:srgbClr val="00F7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88720" y="310896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136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对话进行中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33558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↔ 沙盒 持续通信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4380" y="3703320"/>
            <a:ext cx="0" cy="137160"/>
          </a:xfrm>
          <a:prstGeom prst="line">
            <a:avLst/>
          </a:prstGeom>
          <a:noFill/>
          <a:ln w="19050">
            <a:solidFill>
              <a:srgbClr val="00F7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822192"/>
            <a:ext cx="411480" cy="41148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822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188720" y="374904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会话结束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39959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Terminating → 卸载卷 → 删除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4380" y="4343400"/>
            <a:ext cx="0" cy="137160"/>
          </a:xfrm>
          <a:prstGeom prst="line">
            <a:avLst/>
          </a:prstGeom>
          <a:noFill/>
          <a:ln w="19050">
            <a:solidFill>
              <a:srgbClr val="00F7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462272"/>
            <a:ext cx="411480" cy="41148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462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188720" y="4389120"/>
            <a:ext cx="7406640" cy="475488"/>
          </a:xfrm>
          <a:prstGeom prst="roundRect">
            <a:avLst>
              <a:gd name="adj" fmla="val 15385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4416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下次会话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71600" y="46360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 Pod → 挂载同一 /workspace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工具技能服务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SKILLS — ON-DEMAND SUBPROCESSES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887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1600200" cy="54864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 端点 127.0.0.1:8088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1089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00F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按需调用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1887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1188720"/>
            <a:ext cx="16002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表单填充/校验/提取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(PyPDF2, pdfplumber)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03120" y="31089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子进程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94760" y="11887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94760" y="1188720"/>
            <a:ext cx="16002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8620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文档生成/编辑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8620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(python-docx, OOXML)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86200" y="31089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子进程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11887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1188720"/>
            <a:ext cx="160020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 幻灯片生成/设计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pptxgenjs (Node.js)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0" y="31089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子进程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60920" y="1188720"/>
            <a:ext cx="1600200" cy="2377440"/>
          </a:xfrm>
          <a:prstGeom prst="roundRect">
            <a:avLst>
              <a:gd name="adj" fmla="val 4571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60920" y="1188720"/>
            <a:ext cx="16002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6" name="Text 34"/>
          <p:cNvSpPr/>
          <p:nvPr/>
        </p:nvSpPr>
        <p:spPr>
          <a:xfrm>
            <a:off x="7452360" y="13716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52360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电子表格操作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52360" y="2377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(openpyxl)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52360" y="310896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0000"/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236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子进程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3840480"/>
            <a:ext cx="8686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不是独立 MCP 服务进程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148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mcp_servers.json 配置均为空 ({}),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没有持久化的 MCP 服务端。</a:t>
            </a:r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这些能力是 agent-tool-host 按需启动的子进程脚本，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任务完成后自动退出。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预装工具链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TOOLCHAIN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651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7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7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7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安装方式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v24.15.0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3.14.4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pyenv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1.25.1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1.92.0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rustup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2.43.0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phpenv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Bazelisk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/usr/local/bin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/usr/local/bin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Oh My Zsh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直接安装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29768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 OS: Ubuntu 24.04.3 LTS (Noble Numbat)  |  架构: x86_64  |  区域: CN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环境规格汇总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7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组件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F7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规格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基础镜像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trae/ai_agent/tool_host:1.0.0.573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镜像版本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b5e0d70ed042660399cdae684b1bf84da171e253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基础 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Ubuntu 24.04.3 LTS (Noble Numbat)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容器运行时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+ containerd + Kata Containers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编排平台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v1.32.3-vke.10 (火山引擎 VKE)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物理 CPU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Xeon Platinum 8457C (Sapphire Rapids)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vCPU / 内存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核 / ~4 GB (3.8 GiB)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磁盘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GB (已用 ~32 GB，可用 ~7.6 GB)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沙盒 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10.54.x.x/12 (私网)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公网访问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出站 NAT，入站不可达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F6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虚拟化平台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OpenStack Nova / ByteDance Inc.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F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对话数据流架构 · Architecture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完整文档见 ARCHITECTURE.md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对话数据流架构</dc:title>
  <dc:subject>PptxGenJS Presentation</dc:subject>
  <dc:creator>Trae AI</dc:creator>
  <cp:lastModifiedBy>Trae AI</cp:lastModifiedBy>
  <cp:revision>1</cp:revision>
  <dcterms:created xsi:type="dcterms:W3CDTF">2026-06-06T15:50:40Z</dcterms:created>
  <dcterms:modified xsi:type="dcterms:W3CDTF">2026-06-06T15:50:40Z</dcterms:modified>
</cp:coreProperties>
</file>